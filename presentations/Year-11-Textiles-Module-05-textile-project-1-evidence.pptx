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3ef59abce48e3" /><Relationship Type="http://schemas.openxmlformats.org/officeDocument/2006/relationships/extended-properties" Target="/docProps/app.xml" Id="R8bcf636224324a64" /><Relationship Type="http://schemas.openxmlformats.org/officeDocument/2006/relationships/officeDocument" Target="/ppt/presentation.xml" Id="Rc7a6ce32ec77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b37c683074dd5"/>
  </p:sldMasterIdLst>
  <p:notesMasterIdLst>
    <p:notesMasterId xmlns:r="http://schemas.openxmlformats.org/officeDocument/2006/relationships" r:id="R034c752272524ab6"/>
  </p:notesMasterIdLst>
  <p:sldIdLst>
    <p:sldId xmlns:r="http://schemas.openxmlformats.org/officeDocument/2006/relationships" id="256" r:id="R04e51574a6c84d61"/>
    <p:sldId xmlns:r="http://schemas.openxmlformats.org/officeDocument/2006/relationships" id="257" r:id="Rbd582304a23f486f"/>
    <p:sldId xmlns:r="http://schemas.openxmlformats.org/officeDocument/2006/relationships" id="258" r:id="Rec97651783ad488c"/>
    <p:sldId xmlns:r="http://schemas.openxmlformats.org/officeDocument/2006/relationships" id="259" r:id="Ra9736ad31b6041d4"/>
    <p:sldId xmlns:r="http://schemas.openxmlformats.org/officeDocument/2006/relationships" id="260" r:id="R258a11743653498b"/>
    <p:sldId xmlns:r="http://schemas.openxmlformats.org/officeDocument/2006/relationships" id="261" r:id="R8084147ebff64194"/>
    <p:sldId xmlns:r="http://schemas.openxmlformats.org/officeDocument/2006/relationships" id="262" r:id="Ra873d28ef44c43a1"/>
    <p:sldId xmlns:r="http://schemas.openxmlformats.org/officeDocument/2006/relationships" id="263" r:id="R29d6bbd3a08240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00a74d782741d1" /><Relationship Type="http://schemas.openxmlformats.org/officeDocument/2006/relationships/slideMaster" Target="/ppt/slideMasters/slideMaster1.xml" Id="Ra31b37c683074dd5" /><Relationship Type="http://schemas.openxmlformats.org/officeDocument/2006/relationships/notesMaster" Target="/ppt/notesMasters/notesMaster1.xml" Id="R034c752272524ab6" /><Relationship Type="http://schemas.openxmlformats.org/officeDocument/2006/relationships/presProps" Target="/ppt/presProps.xml" Id="Rafc28c04dae64fd0" /><Relationship Type="http://schemas.openxmlformats.org/officeDocument/2006/relationships/tableStyles" Target="/ppt/tableStyles.xml" Id="R6dcf7a3b82554635" /><Relationship Type="http://schemas.openxmlformats.org/officeDocument/2006/relationships/slide" Target="/ppt/slides/slide1.xml" Id="R04e51574a6c84d61" /><Relationship Type="http://schemas.openxmlformats.org/officeDocument/2006/relationships/slide" Target="/ppt/slides/slide2.xml" Id="Rbd582304a23f486f" /><Relationship Type="http://schemas.openxmlformats.org/officeDocument/2006/relationships/slide" Target="/ppt/slides/slide3.xml" Id="Rec97651783ad488c" /><Relationship Type="http://schemas.openxmlformats.org/officeDocument/2006/relationships/slide" Target="/ppt/slides/slide4.xml" Id="Ra9736ad31b6041d4" /><Relationship Type="http://schemas.openxmlformats.org/officeDocument/2006/relationships/slide" Target="/ppt/slides/slide5.xml" Id="R258a11743653498b" /><Relationship Type="http://schemas.openxmlformats.org/officeDocument/2006/relationships/slide" Target="/ppt/slides/slide6.xml" Id="R8084147ebff64194" /><Relationship Type="http://schemas.openxmlformats.org/officeDocument/2006/relationships/slide" Target="/ppt/slides/slide7.xml" Id="Ra873d28ef44c43a1" /><Relationship Type="http://schemas.openxmlformats.org/officeDocument/2006/relationships/slide" Target="/ppt/slides/slide8.xml" Id="R29d6bbd3a08240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5cba45295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5eebc30844303" /><Relationship Type="http://schemas.openxmlformats.org/officeDocument/2006/relationships/notesMaster" Target="/ppt/notesMasters/notesMaster1.xml" Id="Rcf16904b7e2d48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5571967014ca8" /><Relationship Type="http://schemas.openxmlformats.org/officeDocument/2006/relationships/notesMaster" Target="/ppt/notesMasters/notesMaster1.xml" Id="R7a47e39165244c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346343cff43d0" /><Relationship Type="http://schemas.openxmlformats.org/officeDocument/2006/relationships/notesMaster" Target="/ppt/notesMasters/notesMaster1.xml" Id="Rb0ebd972183542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2a8ffd2cc4296" /><Relationship Type="http://schemas.openxmlformats.org/officeDocument/2006/relationships/notesMaster" Target="/ppt/notesMasters/notesMaster1.xml" Id="Rbced23521873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2567affd9149df" /><Relationship Type="http://schemas.openxmlformats.org/officeDocument/2006/relationships/notesMaster" Target="/ppt/notesMasters/notesMaster1.xml" Id="Radc50eb5517a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19f891f694d2e" /><Relationship Type="http://schemas.openxmlformats.org/officeDocument/2006/relationships/notesMaster" Target="/ppt/notesMasters/notesMaster1.xml" Id="Ra8fce6977550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d4be459ae4346" /><Relationship Type="http://schemas.openxmlformats.org/officeDocument/2006/relationships/notesMaster" Target="/ppt/notesMasters/notesMaster1.xml" Id="Rf9b295d67b8a49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12cdebefc14690" /><Relationship Type="http://schemas.openxmlformats.org/officeDocument/2006/relationships/notesMaster" Target="/ppt/notesMasters/notesMaster1.xml" Id="R4269fb18becd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5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5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m05-s01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m05-s01.json.</a:t>
            </a:r>
          </a:p>
          <a:p xmlns:a="http://schemas.openxmlformats.org/drawingml/2006/main">
            <a:r>
              <a:t>- Generated course diagram: m05-s01.png; source-bound visual brief: Create a decision-flow diagram showing evidence from research, experimentation, feedback and checking leading to alternative ideas, comparison against user, end use and criteria, then a recorded decision to accept, modify or reject a proposed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m05-s02.json.</a:t>
            </a:r>
          </a:p>
          <a:p xmlns:a="http://schemas.openxmlformats.org/drawingml/2006/main">
            <a:r>
              <a:t>- Generated course diagram: m05-s02.png; source-bound visual brief: Create a timeline diagram showing sequenced tasks, milestones, estimated time and resources, dependency links and a traceable evidence-based adjustment that updates the plan without removing the original reasoning.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m05-s03.json.</a:t>
            </a:r>
          </a:p>
          <a:p xmlns:a="http://schemas.openxmlformats.org/drawingml/2006/main">
            <a:r>
              <a:t>- Generated course diagram: m05-s03.png; source-bound visual brief: Create a four-stage evaluation diagram showing criterion, evidence, supported judgement and improvement, with formative evidence feeding into development and summative evidence supporting the final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5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5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5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busy-work/activity-05.html.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fc8a14d4e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ff853ed5d3453b" /><Relationship Type="http://schemas.openxmlformats.org/officeDocument/2006/relationships/slideLayout" Target="/ppt/slideLayouts/slideLayout1.xml" Id="Rbc5c656bd80341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c656bd80341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fe625f8b4942" /><Relationship Type="http://schemas.openxmlformats.org/officeDocument/2006/relationships/image" Target="/ppt/media/image.png" Id="R659fcd40a8b84f83" /><Relationship Type="http://schemas.openxmlformats.org/officeDocument/2006/relationships/notesSlide" Target="/ppt/notesSlides/notesSlide1.xml" Id="Re96250a2428e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1de28d004fe9" /><Relationship Type="http://schemas.openxmlformats.org/officeDocument/2006/relationships/notesSlide" Target="/ppt/notesSlides/notesSlide2.xml" Id="Rbd2969f5723c45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7fe749ad4d85" /><Relationship Type="http://schemas.openxmlformats.org/officeDocument/2006/relationships/image" Target="/ppt/media/image2.png" Id="R0b65aea86b054792" /><Relationship Type="http://schemas.openxmlformats.org/officeDocument/2006/relationships/notesSlide" Target="/ppt/notesSlides/notesSlide3.xml" Id="Ra1bbc3ef22c6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b4ec5e3364cce" /><Relationship Type="http://schemas.openxmlformats.org/officeDocument/2006/relationships/image" Target="/ppt/media/image3.png" Id="R55762ab4dff244f7" /><Relationship Type="http://schemas.openxmlformats.org/officeDocument/2006/relationships/notesSlide" Target="/ppt/notesSlides/notesSlide4.xml" Id="R0a2d35c39f6f41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9c5482f4497e" /><Relationship Type="http://schemas.openxmlformats.org/officeDocument/2006/relationships/image" Target="/ppt/media/image4.png" Id="Rc2b88250a3b5416b" /><Relationship Type="http://schemas.openxmlformats.org/officeDocument/2006/relationships/notesSlide" Target="/ppt/notesSlides/notesSlide5.xml" Id="R1dcc05b293ff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83474470142de" /><Relationship Type="http://schemas.openxmlformats.org/officeDocument/2006/relationships/notesSlide" Target="/ppt/notesSlides/notesSlide6.xml" Id="Rd497ca90268643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985a8019e44f5" /><Relationship Type="http://schemas.openxmlformats.org/officeDocument/2006/relationships/notesSlide" Target="/ppt/notesSlides/notesSlide7.xml" Id="Ra7d54c8bf161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4c60391ec47cf" /><Relationship Type="http://schemas.openxmlformats.org/officeDocument/2006/relationships/image" Target="/ppt/media/image5.png" Id="R01e0d4c0a2054850" /><Relationship Type="http://schemas.openxmlformats.org/officeDocument/2006/relationships/notesSlide" Target="/ppt/notesSlides/notesSlide8.xml" Id="Ra8b852d6c94448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Project 1 evidence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5.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5 · WEEKS 9–10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fcd40a8b84f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textile project 1 evidence,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5: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95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refinement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refinement is the purposeful improvement of a design idea after research, experimentation, feedback and checking.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Project management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Project management helps organise a textile project so that work can be completed in a realistic and controlled way.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Evaluation and folio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Evaluation is a supported judgement about how well a textile design meets relevant design criteria.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refinement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Design refinement is the purposeful improvement of a design idea after research, experimentation, feedback and checking.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Refinement should respond to evidence rather than happen randomly.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 designer considers what has been learned and decides whether a change will better suit the intended user, end use and relevant…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35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Analyse one proposed change to a textile design idea and justify whether it should be accepted as a refinement.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5aea86b054792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decision-flow diagram showing evidence from research, experimentation, feedback and checking leading to alternative ideas, comparison against user, end…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Project management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Project management helps organise a textile project so that work can be completed in a realistic and controlled way.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project plan can include milestones, a logical sequence of tasks, estimated time and required resources.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Milestones identify important points of progress, while sequencing helps show which tasks need to occur first and which can follow…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62ab4dff244f7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Create a realistic milestone plan for a textile project context and explain one adjustment that could be made if new evidence changed the original…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Evaluation and folio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Evaluation is a supported judgement about how well a textile design meets relevant design criteria.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strong evaluation does more than describe what happened; it uses evidence to explain whether requirements have been met and why.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73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The judgement should remain connected to the intended design criteria rather than relying only on personal opinion.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Write a concise evaluation of one aspect of a textile design using the sequence criterion, evidence, judgement and improvement.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8250a3b5416b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four-stage evaluation diagram showing criterion, evidence, supported judgement and improvement, with formative evidence feeding into development and…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REFINEMENT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should a designer do before accepting an alternative?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PROJECT MANAGEMENT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approach best demonstrates effective project management?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EVALUATION AND FOLIO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should an improvement be linked to a limitation?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State the design criterion being evaluated.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evidence that relates directly to the criterion.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acknowledge any limitation.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Propose one realistic improvement linked to the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9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Write a concise evaluation of one aspect of a textile design using the sequence criterion, evidence,…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criterion being evaluated is ___. Evidence from ___ shows that ___. This means the criterion was ___ because…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5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7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5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5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0d4c0a20548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2026-08-18T17:28:37.0860000Z</dcterms:created>
  <dcterms:modified xsi:type="dcterms:W3CDTF">2026-08-18T17:28:37.0860000Z</dcterms:modified>
</coreProperties>
</file>