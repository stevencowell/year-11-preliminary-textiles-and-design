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2fbf5b8fc45a6" /><Relationship Type="http://schemas.openxmlformats.org/officeDocument/2006/relationships/extended-properties" Target="/docProps/app.xml" Id="R9f96cffa3fef40d0" /><Relationship Type="http://schemas.openxmlformats.org/officeDocument/2006/relationships/officeDocument" Target="/ppt/presentation.xml" Id="R10ca2eab3dbb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46b3da6ef94b4d"/>
  </p:sldMasterIdLst>
  <p:notesMasterIdLst>
    <p:notesMasterId xmlns:r="http://schemas.openxmlformats.org/officeDocument/2006/relationships" r:id="R1cde3d3a46c5467e"/>
  </p:notesMasterIdLst>
  <p:sldIdLst>
    <p:sldId xmlns:r="http://schemas.openxmlformats.org/officeDocument/2006/relationships" id="256" r:id="Rd6f75f4fe6704b3e"/>
    <p:sldId xmlns:r="http://schemas.openxmlformats.org/officeDocument/2006/relationships" id="257" r:id="Ref50951c66744917"/>
    <p:sldId xmlns:r="http://schemas.openxmlformats.org/officeDocument/2006/relationships" id="258" r:id="R7f8213e6d4244cb5"/>
    <p:sldId xmlns:r="http://schemas.openxmlformats.org/officeDocument/2006/relationships" id="259" r:id="R428a218985734098"/>
    <p:sldId xmlns:r="http://schemas.openxmlformats.org/officeDocument/2006/relationships" id="260" r:id="R7c8d87082c334804"/>
    <p:sldId xmlns:r="http://schemas.openxmlformats.org/officeDocument/2006/relationships" id="261" r:id="R525269cfcd564c94"/>
    <p:sldId xmlns:r="http://schemas.openxmlformats.org/officeDocument/2006/relationships" id="262" r:id="Rfbe793bc2f084984"/>
    <p:sldId xmlns:r="http://schemas.openxmlformats.org/officeDocument/2006/relationships" id="263" r:id="Rc4a79779a2a4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e30e738834207" /><Relationship Type="http://schemas.openxmlformats.org/officeDocument/2006/relationships/slideMaster" Target="/ppt/slideMasters/slideMaster1.xml" Id="Rfb46b3da6ef94b4d" /><Relationship Type="http://schemas.openxmlformats.org/officeDocument/2006/relationships/notesMaster" Target="/ppt/notesMasters/notesMaster1.xml" Id="R1cde3d3a46c5467e" /><Relationship Type="http://schemas.openxmlformats.org/officeDocument/2006/relationships/presProps" Target="/ppt/presProps.xml" Id="R6ba43fda9d984ede" /><Relationship Type="http://schemas.openxmlformats.org/officeDocument/2006/relationships/tableStyles" Target="/ppt/tableStyles.xml" Id="Ree2c968e48d442e0" /><Relationship Type="http://schemas.openxmlformats.org/officeDocument/2006/relationships/slide" Target="/ppt/slides/slide1.xml" Id="Rd6f75f4fe6704b3e" /><Relationship Type="http://schemas.openxmlformats.org/officeDocument/2006/relationships/slide" Target="/ppt/slides/slide2.xml" Id="Ref50951c66744917" /><Relationship Type="http://schemas.openxmlformats.org/officeDocument/2006/relationships/slide" Target="/ppt/slides/slide3.xml" Id="R7f8213e6d4244cb5" /><Relationship Type="http://schemas.openxmlformats.org/officeDocument/2006/relationships/slide" Target="/ppt/slides/slide4.xml" Id="R428a218985734098" /><Relationship Type="http://schemas.openxmlformats.org/officeDocument/2006/relationships/slide" Target="/ppt/slides/slide5.xml" Id="R7c8d87082c334804" /><Relationship Type="http://schemas.openxmlformats.org/officeDocument/2006/relationships/slide" Target="/ppt/slides/slide6.xml" Id="R525269cfcd564c94" /><Relationship Type="http://schemas.openxmlformats.org/officeDocument/2006/relationships/slide" Target="/ppt/slides/slide7.xml" Id="Rfbe793bc2f084984" /><Relationship Type="http://schemas.openxmlformats.org/officeDocument/2006/relationships/slide" Target="/ppt/slides/slide8.xml" Id="Rc4a79779a2a4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6e2913b5342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9e20ec5db4b78" /><Relationship Type="http://schemas.openxmlformats.org/officeDocument/2006/relationships/notesMaster" Target="/ppt/notesMasters/notesMaster1.xml" Id="R288970c4b940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615217836b43e0" /><Relationship Type="http://schemas.openxmlformats.org/officeDocument/2006/relationships/notesMaster" Target="/ppt/notesMasters/notesMaster1.xml" Id="Rb0000b33fb1e46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0c77ffb154757" /><Relationship Type="http://schemas.openxmlformats.org/officeDocument/2006/relationships/notesMaster" Target="/ppt/notesMasters/notesMaster1.xml" Id="Re51331885ab244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42ed33304c48c9" /><Relationship Type="http://schemas.openxmlformats.org/officeDocument/2006/relationships/notesMaster" Target="/ppt/notesMasters/notesMaster1.xml" Id="R81c7621e21cf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d7040c318406b" /><Relationship Type="http://schemas.openxmlformats.org/officeDocument/2006/relationships/notesMaster" Target="/ppt/notesMasters/notesMaster1.xml" Id="R0c300cd334cc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d8754ca27c4a69" /><Relationship Type="http://schemas.openxmlformats.org/officeDocument/2006/relationships/notesMaster" Target="/ppt/notesMasters/notesMaster1.xml" Id="R45540694ff2242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5b75905de14aee" /><Relationship Type="http://schemas.openxmlformats.org/officeDocument/2006/relationships/notesMaster" Target="/ppt/notesMasters/notesMaster1.xml" Id="Rdf09c00db9054f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1593dc9e41474f" /><Relationship Type="http://schemas.openxmlformats.org/officeDocument/2006/relationships/notesMaster" Target="/ppt/notesMasters/notesMaster1.xml" Id="R06a522762b85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14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14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m14-s01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m14-s01.json.</a:t>
            </a:r>
          </a:p>
          <a:p xmlns:a="http://schemas.openxmlformats.org/drawingml/2006/main">
            <a:r>
              <a:t>- Generated course diagram: m14-s01.png; source-bound visual brief: Create a quality-system diagram showing preventive quality assurance actions feeding into production, quality-control inspection and measurement checking outputs, and a corrective-action loop using records to trace causes back into the assurance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m14-s02.json.</a:t>
            </a:r>
          </a:p>
          <a:p xmlns:a="http://schemas.openxmlformats.org/drawingml/2006/main">
            <a:r>
              <a:t>- Generated course diagram: m14-s02.png; source-bound visual brief: Create a two-sided evidence diagram showing manufacturer responsibilities and evidence on one side and consumer responsibilities and evidence on the other, converging on a shared quality judgement based on specifications, labels, construction, care information and observed performance rather than advertising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m14-s03.json.</a:t>
            </a:r>
          </a:p>
          <a:p xmlns:a="http://schemas.openxmlformats.org/drawingml/2006/main">
            <a:r>
              <a:t>- Generated course diagram: m14-s03.png; source-bound visual brief: Create a three-part value diagram showing perceived value, cultural value and economic value as distinct circles with labelled overlaps, linking each to its supporting evidence and a final supported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14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14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14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busy-work/activity-14.html.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2c1fed081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e8e31b6ae1432e" /><Relationship Type="http://schemas.openxmlformats.org/officeDocument/2006/relationships/slideLayout" Target="/ppt/slideLayouts/slideLayout1.xml" Id="Rd269920fc806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9920fc806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278008ad4831" /><Relationship Type="http://schemas.openxmlformats.org/officeDocument/2006/relationships/image" Target="/ppt/media/image.png" Id="R6c3b332a63024c62" /><Relationship Type="http://schemas.openxmlformats.org/officeDocument/2006/relationships/notesSlide" Target="/ppt/notesSlides/notesSlide1.xml" Id="R71b0c76c818e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0f13d15244eff" /><Relationship Type="http://schemas.openxmlformats.org/officeDocument/2006/relationships/notesSlide" Target="/ppt/notesSlides/notesSlide2.xml" Id="Rf052149503ae49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be91439f94758" /><Relationship Type="http://schemas.openxmlformats.org/officeDocument/2006/relationships/image" Target="/ppt/media/image2.png" Id="R4a94d0321228434c" /><Relationship Type="http://schemas.openxmlformats.org/officeDocument/2006/relationships/notesSlide" Target="/ppt/notesSlides/notesSlide3.xml" Id="R49169c3d21f04c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a00d4138b464c" /><Relationship Type="http://schemas.openxmlformats.org/officeDocument/2006/relationships/image" Target="/ppt/media/image3.png" Id="R666d4fefbb0c4818" /><Relationship Type="http://schemas.openxmlformats.org/officeDocument/2006/relationships/notesSlide" Target="/ppt/notesSlides/notesSlide4.xml" Id="Rb7a1b6863478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3dae4427b4290" /><Relationship Type="http://schemas.openxmlformats.org/officeDocument/2006/relationships/image" Target="/ppt/media/image4.png" Id="Rc5e46c8947434876" /><Relationship Type="http://schemas.openxmlformats.org/officeDocument/2006/relationships/notesSlide" Target="/ppt/notesSlides/notesSlide5.xml" Id="Re91f69921a77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94cb494c44dda" /><Relationship Type="http://schemas.openxmlformats.org/officeDocument/2006/relationships/notesSlide" Target="/ppt/notesSlides/notesSlide6.xml" Id="Rfc959a71589241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511a73ef74c1c" /><Relationship Type="http://schemas.openxmlformats.org/officeDocument/2006/relationships/notesSlide" Target="/ppt/notesSlides/notesSlide7.xml" Id="R5ad2f59347a84d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eaf737b154689" /><Relationship Type="http://schemas.openxmlformats.org/officeDocument/2006/relationships/image" Target="/ppt/media/image5.png" Id="R644a7e7525404516" /><Relationship Type="http://schemas.openxmlformats.org/officeDocument/2006/relationships/notesSlide" Target="/ppt/notesSlides/notesSlide8.xml" Id="R759a693c9cef46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and value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14.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14 · WEEKS 27–28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b332a63024c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quality and value,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14: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assurance and control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means fitness for purpose when a textile material, process or product is judged against relevant criteria.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Manufacturer and consumer roles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Manufacturers have responsibilities for defining product specifications, selecting suitable materials and production…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Perceived, cultural and economic value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Perceived value is the worth people believe a textile product has based on factors such as expectations, brand,…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assurance and control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6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Quality means fitness for purpose when a textile material, process or product is judged against relevant criteria.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24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Quality criteria describe what needs to be achieved, such as particular performance, consistency or design requirements.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Quality is therefore not simply a judgement that something looks good; it depends on whether the required criteria for the intended…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Classify a set of quality actions as quality assurance or quality control, then develop a combined quality plan that uses both approaches.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4d0321228434c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quality-system diagram showing preventive quality assurance actions feeding into production, quality-control inspection and measurement checking outputs,…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Manufacturer and consumer roles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Manufacturers have responsibilities for defining product specifications, selecting suitable materials and production processes,…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Labels and care information help communicate important details about the textile product, while records and quality systems can help…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When a problem is identified, the manufacturer may need to respond according to the responsibilities that apply to the product and…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4fefbb0c4818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Evaluate the evidence available to both a manufacturer and a consumer when judging the quality of one textile product.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Perceived, cultural and economic value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8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Perceived value is the worth people believe a textile product has based on factors such as expectations, brand, presentation, rarity…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This value is not necessarily the same as production cost or measurable quality.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9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 product may be perceived as highly valuable because of how it is presented or understood, while another product with similar…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Analyse how perceived, cultural and economic value interact in one textile example.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46c8947434876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three-part value diagram showing perceived value, cultural value and economic value as distinct circles with labelled overlaps, linking each to its…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ASSURANCE AND CONTROL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are records important in a quality system?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22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MANUFACTURER AND CONSUMER ROLES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How are manufacturer and consumer roles best described?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9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PERCEIVED, CULTURAL AND ECONOMIC VALUE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makes a judgement about cultural value stronger?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textile example and evidence of its perceived value.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39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 any cultural value using appropriate contextual evidence…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Analyse economic factors such as materials, labour, cost,…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 how the three value types interact while keeping them…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Analyse how perceived, cultural and economic value interact in one textile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textile has perceived value because ___. Its cultural value may relate to ___, supported by ___. Its economic…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14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3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14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14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a7e75254045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2026-08-18T17:29:03.8360000Z</dcterms:created>
  <dcterms:modified xsi:type="dcterms:W3CDTF">2026-08-18T17:29:03.8360000Z</dcterms:modified>
</coreProperties>
</file>