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f7a1ef051d4928" /><Relationship Type="http://schemas.openxmlformats.org/officeDocument/2006/relationships/extended-properties" Target="/docProps/app.xml" Id="R56381260eb55465c" /><Relationship Type="http://schemas.openxmlformats.org/officeDocument/2006/relationships/officeDocument" Target="/ppt/presentation.xml" Id="R88dc3a943c2547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b4ab7ffddc4891"/>
  </p:sldMasterIdLst>
  <p:notesMasterIdLst>
    <p:notesMasterId xmlns:r="http://schemas.openxmlformats.org/officeDocument/2006/relationships" r:id="R9e1b6e89012b4c5e"/>
  </p:notesMasterIdLst>
  <p:sldIdLst>
    <p:sldId xmlns:r="http://schemas.openxmlformats.org/officeDocument/2006/relationships" id="256" r:id="R81090b4a07854575"/>
    <p:sldId xmlns:r="http://schemas.openxmlformats.org/officeDocument/2006/relationships" id="257" r:id="Rb859636b68324bc7"/>
    <p:sldId xmlns:r="http://schemas.openxmlformats.org/officeDocument/2006/relationships" id="258" r:id="R59e1c43bc4c64687"/>
    <p:sldId xmlns:r="http://schemas.openxmlformats.org/officeDocument/2006/relationships" id="259" r:id="R54ba4ae369a346f3"/>
    <p:sldId xmlns:r="http://schemas.openxmlformats.org/officeDocument/2006/relationships" id="260" r:id="R7018029a4e1d488e"/>
    <p:sldId xmlns:r="http://schemas.openxmlformats.org/officeDocument/2006/relationships" id="261" r:id="R6879d398048d4d58"/>
    <p:sldId xmlns:r="http://schemas.openxmlformats.org/officeDocument/2006/relationships" id="262" r:id="Ra8147159cb674353"/>
    <p:sldId xmlns:r="http://schemas.openxmlformats.org/officeDocument/2006/relationships" id="263" r:id="Rf68f0cdfa03c49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07ea6b03ef4df2" /><Relationship Type="http://schemas.openxmlformats.org/officeDocument/2006/relationships/slideMaster" Target="/ppt/slideMasters/slideMaster1.xml" Id="R85b4ab7ffddc4891" /><Relationship Type="http://schemas.openxmlformats.org/officeDocument/2006/relationships/notesMaster" Target="/ppt/notesMasters/notesMaster1.xml" Id="R9e1b6e89012b4c5e" /><Relationship Type="http://schemas.openxmlformats.org/officeDocument/2006/relationships/presProps" Target="/ppt/presProps.xml" Id="R2b0416b1abb34a42" /><Relationship Type="http://schemas.openxmlformats.org/officeDocument/2006/relationships/tableStyles" Target="/ppt/tableStyles.xml" Id="R2a0af2cc984a4055" /><Relationship Type="http://schemas.openxmlformats.org/officeDocument/2006/relationships/slide" Target="/ppt/slides/slide1.xml" Id="R81090b4a07854575" /><Relationship Type="http://schemas.openxmlformats.org/officeDocument/2006/relationships/slide" Target="/ppt/slides/slide2.xml" Id="Rb859636b68324bc7" /><Relationship Type="http://schemas.openxmlformats.org/officeDocument/2006/relationships/slide" Target="/ppt/slides/slide3.xml" Id="R59e1c43bc4c64687" /><Relationship Type="http://schemas.openxmlformats.org/officeDocument/2006/relationships/slide" Target="/ppt/slides/slide4.xml" Id="R54ba4ae369a346f3" /><Relationship Type="http://schemas.openxmlformats.org/officeDocument/2006/relationships/slide" Target="/ppt/slides/slide5.xml" Id="R7018029a4e1d488e" /><Relationship Type="http://schemas.openxmlformats.org/officeDocument/2006/relationships/slide" Target="/ppt/slides/slide6.xml" Id="R6879d398048d4d58" /><Relationship Type="http://schemas.openxmlformats.org/officeDocument/2006/relationships/slide" Target="/ppt/slides/slide7.xml" Id="Ra8147159cb674353" /><Relationship Type="http://schemas.openxmlformats.org/officeDocument/2006/relationships/slide" Target="/ppt/slides/slide8.xml" Id="Rf68f0cdfa03c49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7f786b57e040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04051942b4617" /><Relationship Type="http://schemas.openxmlformats.org/officeDocument/2006/relationships/notesMaster" Target="/ppt/notesMasters/notesMaster1.xml" Id="R2e4803748fab43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45ee2487754063" /><Relationship Type="http://schemas.openxmlformats.org/officeDocument/2006/relationships/notesMaster" Target="/ppt/notesMasters/notesMaster1.xml" Id="R716012e161754e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ca9bfcab9c4e06" /><Relationship Type="http://schemas.openxmlformats.org/officeDocument/2006/relationships/notesMaster" Target="/ppt/notesMasters/notesMaster1.xml" Id="R733c3b2e4b104b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7238a8366e4c3f" /><Relationship Type="http://schemas.openxmlformats.org/officeDocument/2006/relationships/notesMaster" Target="/ppt/notesMasters/notesMaster1.xml" Id="R5891fe5a183a48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f2643b243e4352" /><Relationship Type="http://schemas.openxmlformats.org/officeDocument/2006/relationships/notesMaster" Target="/ppt/notesMasters/notesMaster1.xml" Id="R767cdb3a39da4c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60ed868ca14099" /><Relationship Type="http://schemas.openxmlformats.org/officeDocument/2006/relationships/notesMaster" Target="/ppt/notesMasters/notesMaster1.xml" Id="R1d23fa6d1bcc47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e792ca282c43fb" /><Relationship Type="http://schemas.openxmlformats.org/officeDocument/2006/relationships/notesMaster" Target="/ppt/notesMasters/notesMaster1.xml" Id="R9445f235344746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3c529fdc83422a" /><Relationship Type="http://schemas.openxmlformats.org/officeDocument/2006/relationships/notesMaster" Target="/ppt/notesMasters/notesMaster1.xml" Id="Rf52c4b5d70b8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3 and ask the retrieval prompt before showing the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Year 11 Preliminary Textiles and Design syllabus.</a:t>
            </a:r>
          </a:p>
          <a:p xmlns:a="http://schemas.openxmlformats.org/drawingml/2006/main">
            <a:r>
              <a:t>- THEORY-QUESTION-MANIFEST-v1: Module 3 named sections.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ideas as a cumulative learning pathway rather than an agenda.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Theory files m03-s01 to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m03-s01.json.</a:t>
            </a:r>
          </a:p>
          <a:p xmlns:a="http://schemas.openxmlformats.org/drawingml/2006/main">
            <a:r>
              <a:t>- Generated course diagram: m03-s01.png; source-bound visual brief: Create a flow diagram comparing one-off, batch and mass production by quantity and consistency, then linking all three to a decision point based on resources, time, cost, quality, intended use and quality checkpoints.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m03-s02.json.</a:t>
            </a:r>
          </a:p>
          <a:p xmlns:a="http://schemas.openxmlformats.org/drawingml/2006/main">
            <a:r>
              <a:t>- Generated course diagram: m03-s02.png; source-bound visual brief: Create a labelled commercial pattern-piece diagram showing grainline, place-on-fold, notches, dots, lengthen/shorten lines and cutting lines, with brief callouts explaining how each marking supports accurate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m03-s03.json.</a:t>
            </a:r>
          </a:p>
          <a:p xmlns:a="http://schemas.openxmlformats.org/drawingml/2006/main">
            <a:r>
              <a:t>- Generated course diagram: m03-s03.png; source-bound visual brief: Create a flow diagram showing logical production stages linked to resource preparation and time allocation, with quality checkpoints, evidence recording and corrective-action loops placed within the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formative retrieval prompts. Each is answerable from slides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3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3 written-response scaffold.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students to the Module 3 activity and My folio. No formal submission condition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route busy-work/activity-03.html.</a:t>
            </a:r>
          </a:p>
          <a:p xmlns:a="http://schemas.openxmlformats.org/drawingml/2006/main">
            <a:r>
              <a:t>- Course route folio.html.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46767ba504f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feeafab420452a" /><Relationship Type="http://schemas.openxmlformats.org/officeDocument/2006/relationships/slideLayout" Target="/ppt/slideLayouts/slideLayout1.xml" Id="R102b194ec1dc4f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b194ec1dc4f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86a167bfd4cde" /><Relationship Type="http://schemas.openxmlformats.org/officeDocument/2006/relationships/image" Target="/ppt/media/image.png" Id="Rd8d3e6477d5546eb" /><Relationship Type="http://schemas.openxmlformats.org/officeDocument/2006/relationships/notesSlide" Target="/ppt/notesSlides/notesSlide1.xml" Id="Rf4141034157e46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2b637167e4b96" /><Relationship Type="http://schemas.openxmlformats.org/officeDocument/2006/relationships/notesSlide" Target="/ppt/notesSlides/notesSlide2.xml" Id="Ra1afb0337bd542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1dcef74134e00" /><Relationship Type="http://schemas.openxmlformats.org/officeDocument/2006/relationships/image" Target="/ppt/media/image2.png" Id="R27ffe9681bda47d0" /><Relationship Type="http://schemas.openxmlformats.org/officeDocument/2006/relationships/notesSlide" Target="/ppt/notesSlides/notesSlide3.xml" Id="R48eb16e0929c49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5d14fe74b44db" /><Relationship Type="http://schemas.openxmlformats.org/officeDocument/2006/relationships/image" Target="/ppt/media/image3.png" Id="R5dd84674a0354fd1" /><Relationship Type="http://schemas.openxmlformats.org/officeDocument/2006/relationships/notesSlide" Target="/ppt/notesSlides/notesSlide4.xml" Id="Rbef72a63436943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2692e83ef4237" /><Relationship Type="http://schemas.openxmlformats.org/officeDocument/2006/relationships/image" Target="/ppt/media/image4.png" Id="R017dd387744e4719" /><Relationship Type="http://schemas.openxmlformats.org/officeDocument/2006/relationships/notesSlide" Target="/ppt/notesSlides/notesSlide5.xml" Id="R001dfa55a9c9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e4348403d486d" /><Relationship Type="http://schemas.openxmlformats.org/officeDocument/2006/relationships/notesSlide" Target="/ppt/notesSlides/notesSlide6.xml" Id="Rc3f2f8b4f2df44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abcc87c5c417d" /><Relationship Type="http://schemas.openxmlformats.org/officeDocument/2006/relationships/notesSlide" Target="/ppt/notesSlides/notesSlide7.xml" Id="Ra17deafe15454c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50f38d858430d" /><Relationship Type="http://schemas.openxmlformats.org/officeDocument/2006/relationships/image" Target="/ppt/media/image5.png" Id="R8f01014d1f32419c" /><Relationship Type="http://schemas.openxmlformats.org/officeDocument/2006/relationships/notesSlide" Target="/ppt/notesSlides/notesSlide8.xml" Id="R6b414698b6f44f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Manufacturing foundations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three connected ideas to explain, apply and justify the learning in Module 3.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3 · WEEKS 5–6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3e6477d5546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 about manufacturing foundations, and what evidence would show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Module 3: three connected ideas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Manufacturing methods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Manufacturing is the planned sequence used to convert a design idea into a textile product.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Commercial pattern information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 commercial pattern communicates the information needed to interpret and make a textile design accurately.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and quality checkpoints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Production planning organises the work needed to move through a textile manufacturing process in a logical way.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three ideas, then justify one decision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Manufacturing methods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Manufacturing is the planned sequence used to convert a design idea into a textile product.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05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manufacturing sequence organises the stages of production so that work can be completed efficiently and consistently.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The sequence may include points where quality is checked before production continues.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Compare two manufacturing scales from one-off, batch and mass production, then justify which would be more suitable for a stated textile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fe9681bda47d0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flow diagram comparing one-off, batch and mass production by quantity and consistency, then linking all three to a decision point based on resources,…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Commercial pattern information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commercial pattern communicates the information needed to interpret and make a textile design accurately.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The pattern envelope provides important information about the design and the pattern contents, while the pattern pieces identify the…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Pattern-piece names and quantities help the user recognise each component and understand how many of each piece are needed.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84674a0354fd1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Interpret several commercial pattern markings and explain how they work together to support accuracy when using a pattern.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and quality checkpoints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Production planning organises the work needed to move through a textile manufacturing process in a logical way.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 plan can identify the sequence of stages, prepare required resources, allocate time and provide a way to monitor progress.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Recording evidence during production can also help show what has been completed and support later decisions about quality and…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Construct a short production plan for a stated textile context and justify where you would place quality checkpoints within the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dd387744e4719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flow diagram showing logical production stages linked to resource preparation and time allocation, with quality checkpoints, evidence recording and…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relationships—not isolated definitions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MANUFACTURING METHODS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can quality checkpoints occur within a manufacturing sequence?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9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COMMERCIAL PATTERN INFORMATION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How do layout and instruction sheets support pattern use?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PLANNING AND QUALITY CHECKPOINTS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How can logical sequencing improve production?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uses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4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Outline a short logical sequence of production stages.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resources and time considerations for the sequence.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Place at least two quality checkpoints and state the criteria each…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7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Justify how monitoring, evidence and corrective action would support…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Construct a short production plan for a stated textile context and justify where you would place…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0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My production plan would begin with ___, followed by ___ and ___. Before production, I would prepare ___. A quality…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Module 3 evidence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73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from Module 3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Save one supported response in My folio.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Module 3 applied-practice activity.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1014d1f3241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2026-08-18T17:28:30.6370000Z</dcterms:created>
  <dcterms:modified xsi:type="dcterms:W3CDTF">2026-08-18T17:28:30.6370000Z</dcterms:modified>
</coreProperties>
</file>