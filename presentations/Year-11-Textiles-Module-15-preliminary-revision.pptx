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56cb9ece414f8d" /><Relationship Type="http://schemas.openxmlformats.org/officeDocument/2006/relationships/extended-properties" Target="/docProps/app.xml" Id="Rb7f2197dea724238" /><Relationship Type="http://schemas.openxmlformats.org/officeDocument/2006/relationships/officeDocument" Target="/ppt/presentation.xml" Id="Rd2a767cd99b243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aa6580e9f84acc"/>
  </p:sldMasterIdLst>
  <p:notesMasterIdLst>
    <p:notesMasterId xmlns:r="http://schemas.openxmlformats.org/officeDocument/2006/relationships" r:id="Re8a05d02428847a4"/>
  </p:notesMasterIdLst>
  <p:sldIdLst>
    <p:sldId xmlns:r="http://schemas.openxmlformats.org/officeDocument/2006/relationships" id="256" r:id="R930b6b8727b149df"/>
    <p:sldId xmlns:r="http://schemas.openxmlformats.org/officeDocument/2006/relationships" id="257" r:id="R62c708443f1a440e"/>
    <p:sldId xmlns:r="http://schemas.openxmlformats.org/officeDocument/2006/relationships" id="258" r:id="R1a32c8d2d2a14692"/>
    <p:sldId xmlns:r="http://schemas.openxmlformats.org/officeDocument/2006/relationships" id="259" r:id="R988edc14d4ab481b"/>
    <p:sldId xmlns:r="http://schemas.openxmlformats.org/officeDocument/2006/relationships" id="260" r:id="Rde8650ea0fb844dc"/>
    <p:sldId xmlns:r="http://schemas.openxmlformats.org/officeDocument/2006/relationships" id="261" r:id="Re53ad652c0184550"/>
    <p:sldId xmlns:r="http://schemas.openxmlformats.org/officeDocument/2006/relationships" id="262" r:id="Re53798fcefc64977"/>
    <p:sldId xmlns:r="http://schemas.openxmlformats.org/officeDocument/2006/relationships" id="263" r:id="Rc7758a41d55045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4d0eb65e1b473f" /><Relationship Type="http://schemas.openxmlformats.org/officeDocument/2006/relationships/slideMaster" Target="/ppt/slideMasters/slideMaster1.xml" Id="R9baa6580e9f84acc" /><Relationship Type="http://schemas.openxmlformats.org/officeDocument/2006/relationships/notesMaster" Target="/ppt/notesMasters/notesMaster1.xml" Id="Re8a05d02428847a4" /><Relationship Type="http://schemas.openxmlformats.org/officeDocument/2006/relationships/presProps" Target="/ppt/presProps.xml" Id="Re0b7b97109a340e3" /><Relationship Type="http://schemas.openxmlformats.org/officeDocument/2006/relationships/tableStyles" Target="/ppt/tableStyles.xml" Id="R30f6988799d94a3d" /><Relationship Type="http://schemas.openxmlformats.org/officeDocument/2006/relationships/slide" Target="/ppt/slides/slide1.xml" Id="R930b6b8727b149df" /><Relationship Type="http://schemas.openxmlformats.org/officeDocument/2006/relationships/slide" Target="/ppt/slides/slide2.xml" Id="R62c708443f1a440e" /><Relationship Type="http://schemas.openxmlformats.org/officeDocument/2006/relationships/slide" Target="/ppt/slides/slide3.xml" Id="R1a32c8d2d2a14692" /><Relationship Type="http://schemas.openxmlformats.org/officeDocument/2006/relationships/slide" Target="/ppt/slides/slide4.xml" Id="R988edc14d4ab481b" /><Relationship Type="http://schemas.openxmlformats.org/officeDocument/2006/relationships/slide" Target="/ppt/slides/slide5.xml" Id="Rde8650ea0fb844dc" /><Relationship Type="http://schemas.openxmlformats.org/officeDocument/2006/relationships/slide" Target="/ppt/slides/slide6.xml" Id="Re53ad652c0184550" /><Relationship Type="http://schemas.openxmlformats.org/officeDocument/2006/relationships/slide" Target="/ppt/slides/slide7.xml" Id="Re53798fcefc64977" /><Relationship Type="http://schemas.openxmlformats.org/officeDocument/2006/relationships/slide" Target="/ppt/slides/slide8.xml" Id="Rc7758a41d55045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c9723f4cf34f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0037a1b9da4d68" /><Relationship Type="http://schemas.openxmlformats.org/officeDocument/2006/relationships/notesMaster" Target="/ppt/notesMasters/notesMaster1.xml" Id="Ra94f3d84fcc34f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7f3d8c82fc42d4" /><Relationship Type="http://schemas.openxmlformats.org/officeDocument/2006/relationships/notesMaster" Target="/ppt/notesMasters/notesMaster1.xml" Id="Rd159ccdf509e40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5c6b5986bf4814" /><Relationship Type="http://schemas.openxmlformats.org/officeDocument/2006/relationships/notesMaster" Target="/ppt/notesMasters/notesMaster1.xml" Id="Rd90fc2af97c048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759adc34034d5e" /><Relationship Type="http://schemas.openxmlformats.org/officeDocument/2006/relationships/notesMaster" Target="/ppt/notesMasters/notesMaster1.xml" Id="R06a9ec50f5a94b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57380eccec4f86" /><Relationship Type="http://schemas.openxmlformats.org/officeDocument/2006/relationships/notesMaster" Target="/ppt/notesMasters/notesMaster1.xml" Id="Rc9221e76b99a44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21e013b56c4eee" /><Relationship Type="http://schemas.openxmlformats.org/officeDocument/2006/relationships/notesMaster" Target="/ppt/notesMasters/notesMaster1.xml" Id="R3e2af21c973d48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9eb080d07e4685" /><Relationship Type="http://schemas.openxmlformats.org/officeDocument/2006/relationships/notesMaster" Target="/ppt/notesMasters/notesMaster1.xml" Id="Rafb411c6c94e4f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b07f8f4d0d497e" /><Relationship Type="http://schemas.openxmlformats.org/officeDocument/2006/relationships/notesMaster" Target="/ppt/notesMasters/notesMaster1.xml" Id="Ra506cb6d406549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Module 15 and ask the retrieval prompt before showing the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SRC-NESA-SYL-2013: Year 11 Preliminary Textiles and Design syllabus.</a:t>
            </a:r>
          </a:p>
          <a:p xmlns:a="http://schemas.openxmlformats.org/drawingml/2006/main">
            <a:r>
              <a:t>- THEORY-QUESTION-MANIFEST-v1: Module 15 named sections.</a:t>
            </a:r>
          </a:p>
          <a:p xmlns:a="http://schemas.openxmlformats.org/drawingml/2006/main">
            <a:r>
              <a:t>- Course-owned image: textiles-design-workspace.png.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ideas as a cumulative learning pathway rather than an agenda.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Theory files m15-s01 to s03.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m15-s01.json.</a:t>
            </a:r>
          </a:p>
          <a:p xmlns:a="http://schemas.openxmlformats.org/drawingml/2006/main">
            <a:r>
              <a:t>- Generated course diagram: m15-s01.png; source-bound visual brief: Create a one-week retrieval-cycle diagram showing spaced and mixed prompts from Design, Properties and Performance, and ATCFAI using flash prompts, diagrams and blank-page recall, with each session feeding into check, correct and return stages.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m15-s02.json.</a:t>
            </a:r>
          </a:p>
          <a:p xmlns:a="http://schemas.openxmlformats.org/drawingml/2006/main">
            <a:r>
              <a:t>- Generated course diagram: m15-s02.png; source-bound visual brief: Create a command-term decision diagram showing identify, describe, explain, compare, analyse, justify and evaluate, with each linked to its required thinking, evidence type and typical response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m15-s03.json.</a:t>
            </a:r>
          </a:p>
          <a:p xmlns:a="http://schemas.openxmlformats.org/drawingml/2006/main">
            <a:r>
              <a:t>- Generated course diagram: m15-s03.png; source-bound visual brief: Create a synthesis diagram showing user and purpose leading to design choices, then fibre-to-yarn-to-fabric structure and performance, followed by production, quality, industry and value, all connected through an evidence-to-effect-to-requirement-to-judgement reasoning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as formative retrieval prompts. Each is answerable from slides 3–5.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 15 theory and knowledge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finished student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 15 written-response scaffold.</a:t>
            </a:r>
          </a:p>
          <a:p xmlns:a="http://schemas.openxmlformats.org/drawingml/2006/main">
            <a:r>
              <a:t>- Read → Select → Explain → Check course routine.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 students to the Module 15 activity and My folio. No formal submission condition is asserted.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route busy-work/activity-15.html.</a:t>
            </a:r>
          </a:p>
          <a:p xmlns:a="http://schemas.openxmlformats.org/drawingml/2006/main">
            <a:r>
              <a:t>- Course route folio.html.</a:t>
            </a:r>
          </a:p>
          <a:p xmlns:a="http://schemas.openxmlformats.org/drawingml/2006/main">
            <a:r>
              <a:t>- Course-owned image: textiles-design-workspace.png.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a1a3d2c0b340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38e732fd4943b0" /><Relationship Type="http://schemas.openxmlformats.org/officeDocument/2006/relationships/slideLayout" Target="/ppt/slideLayouts/slideLayout1.xml" Id="Rbc41a0658ff54f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41a0658ff54f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b3a21bde84d66" /><Relationship Type="http://schemas.openxmlformats.org/officeDocument/2006/relationships/image" Target="/ppt/media/image.png" Id="R79388d1a52de472f" /><Relationship Type="http://schemas.openxmlformats.org/officeDocument/2006/relationships/notesSlide" Target="/ppt/notesSlides/notesSlide1.xml" Id="Rdd4abd5ce92847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f0b7ea6154d37" /><Relationship Type="http://schemas.openxmlformats.org/officeDocument/2006/relationships/notesSlide" Target="/ppt/notesSlides/notesSlide2.xml" Id="R47d99036e4e24e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ba2de8413446c" /><Relationship Type="http://schemas.openxmlformats.org/officeDocument/2006/relationships/image" Target="/ppt/media/image2.png" Id="R05e9ef8c466f439c" /><Relationship Type="http://schemas.openxmlformats.org/officeDocument/2006/relationships/notesSlide" Target="/ppt/notesSlides/notesSlide3.xml" Id="Rf5ba38c7f3d64c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18120be7748f2" /><Relationship Type="http://schemas.openxmlformats.org/officeDocument/2006/relationships/image" Target="/ppt/media/image3.png" Id="R67e85d519c6842d7" /><Relationship Type="http://schemas.openxmlformats.org/officeDocument/2006/relationships/notesSlide" Target="/ppt/notesSlides/notesSlide4.xml" Id="Rb4fc46bacab440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9b294036e408e" /><Relationship Type="http://schemas.openxmlformats.org/officeDocument/2006/relationships/image" Target="/ppt/media/image4.png" Id="Rf887e642fb9343c6" /><Relationship Type="http://schemas.openxmlformats.org/officeDocument/2006/relationships/notesSlide" Target="/ppt/notesSlides/notesSlide5.xml" Id="Rc7a0ccb8538b43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94ecf59fb4e3c" /><Relationship Type="http://schemas.openxmlformats.org/officeDocument/2006/relationships/notesSlide" Target="/ppt/notesSlides/notesSlide6.xml" Id="R9092e3f55b8c46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7b8942dfe485e" /><Relationship Type="http://schemas.openxmlformats.org/officeDocument/2006/relationships/notesSlide" Target="/ppt/notesSlides/notesSlide7.xml" Id="R2cd61c6ae9d849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06fb6229a49e8" /><Relationship Type="http://schemas.openxmlformats.org/officeDocument/2006/relationships/image" Target="/ppt/media/image5.png" Id="R16cccab6e7da4c64" /><Relationship Type="http://schemas.openxmlformats.org/officeDocument/2006/relationships/notesSlide" Target="/ppt/notesSlides/notesSlide8.xml" Id="R444a909ee9d34a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Preliminary revision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Use three connected ideas to explain, apply and justify the learning in Module 15.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YEAR 11 TEXTILES AND DESIGN · MODULE 15 · WEEKS 29–30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88d1a52de47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48375" y="628650"/>
            <a:ext cx="5429250" cy="529590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do you already know about preliminary revision, and what evidence would show it?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Module 15: three connected ideas</a:t>
            </a:r>
          </a:p>
        </p:txBody>
      </p:sp>
      <p:cxnSp>
        <p:nvCxnSpPr>
          <p:cNvPr id="34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Knowledge retrieval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Retrieval practice strengthens recall by bringing information to mind before looking back at notes or theory.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Command terms and response planning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Command terms tell you what type of thinking and response is required.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Course synthesis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Course synthesis means connecting ideas across Design, Properties and Performance, and ATCFAI rather than treating…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Connect the three ideas, then justify one decision with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Knowledge retrieval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Retrieval practice strengthens recall by bringing information to mind before looking back at notes or theory.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58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Instead of beginning with rereading, students first attempt to remember, explain, classify or sketch what they know.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Retrieval can be spaced across several study sessions, mixed across different topics and kept low stakes so that mistakes become…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Create a one-week retrieval plan that mixes Design, Properties and Performance, and ATCFAI and includes checking and correction of misunderstandings.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9ef8c466f439c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Create a one-week retrieval-cycle diagram showing spaced and mixed prompts from Design, Properties and Performance, and ATCFAI using flash prompts, diagrams and…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Command terms and response planning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Command terms tell you what type of thinking and response is required.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Identify means name or recognise relevant information.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Describe means give the main features or characteristics.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85d519c6842d7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Plan two responses to the same textile stimulus using two different command terms.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Course synthesis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Course synthesis means connecting ideas across Design, Properties and Performance, and ATCFAI rather than treating each area as…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A textile product begins with a user, purpose and set of requirements that influence design choices.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Those choices connect with fibre, yarn and fabric structure, which in turn influence properties and likely performance.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Write a synthetic response about one unfamiliar textile product that links Design, Properties and Performance, and ATCFAI in a supported judgement.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7e642fb9343c6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Create a synthesis diagram showing user and purpose leading to design choices, then fibre-to-yarn-to-fabric structure and performance, followed by production,…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6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Retrieve the relationships—not isolated definitions</a:t>
            </a:r>
          </a:p>
        </p:txBody>
      </p:sp>
      <p:cxnSp>
        <p:nvCxnSpPr>
          <p:cNvPr id="34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KNOWLEDGE RETRIEVAL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Why should corrected ideas be retrieved again later?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COMMAND TERMS AND RESPONSE PLANNING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Why is planning before writing useful?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COURSE SYNTHESIS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makes a synthetic judgement strong?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write one precise sentence for each prompt.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uses evidence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Identify the user, purpose and main design requirements of the…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fibre, yarn, fabric or finish evidence to explain likely…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product to production, quality, industry or value…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Bring the evidence together using an…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56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Write a synthetic response about one unfamiliar textile product that links Design, Properties and…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26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The textile product is intended for ___, so the main requirements are ___. Evidence from its fibre, yarn or fabric…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carry Module 15 evidence forward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3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relationship from Module 15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Save one supported response in My folio.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Complete the Module 15 applied-practice activity.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ccab6e7da4c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2026-08-18T17:29:06.3740000Z</dcterms:created>
  <dcterms:modified xsi:type="dcterms:W3CDTF">2026-08-18T17:29:06.3740000Z</dcterms:modified>
</coreProperties>
</file>