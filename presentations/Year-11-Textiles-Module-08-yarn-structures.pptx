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72530c742d445a" /><Relationship Type="http://schemas.openxmlformats.org/officeDocument/2006/relationships/extended-properties" Target="/docProps/app.xml" Id="R47d16439e3a44b53" /><Relationship Type="http://schemas.openxmlformats.org/officeDocument/2006/relationships/officeDocument" Target="/ppt/presentation.xml" Id="Rcc0139b06a9d43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778b74bb59461f"/>
  </p:sldMasterIdLst>
  <p:notesMasterIdLst>
    <p:notesMasterId xmlns:r="http://schemas.openxmlformats.org/officeDocument/2006/relationships" r:id="Rbb5390a438984b7d"/>
  </p:notesMasterIdLst>
  <p:sldIdLst>
    <p:sldId xmlns:r="http://schemas.openxmlformats.org/officeDocument/2006/relationships" id="256" r:id="R771f909a89d24546"/>
    <p:sldId xmlns:r="http://schemas.openxmlformats.org/officeDocument/2006/relationships" id="257" r:id="Ra4d17bbb1c364951"/>
    <p:sldId xmlns:r="http://schemas.openxmlformats.org/officeDocument/2006/relationships" id="258" r:id="Re4bf0edf869f4370"/>
    <p:sldId xmlns:r="http://schemas.openxmlformats.org/officeDocument/2006/relationships" id="259" r:id="Red36c94693874734"/>
    <p:sldId xmlns:r="http://schemas.openxmlformats.org/officeDocument/2006/relationships" id="260" r:id="R34ba5da806054135"/>
    <p:sldId xmlns:r="http://schemas.openxmlformats.org/officeDocument/2006/relationships" id="261" r:id="R36365723ce314009"/>
    <p:sldId xmlns:r="http://schemas.openxmlformats.org/officeDocument/2006/relationships" id="262" r:id="Rc6378535c8234189"/>
    <p:sldId xmlns:r="http://schemas.openxmlformats.org/officeDocument/2006/relationships" id="263" r:id="R830cddd457d646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d31b2d2f3647ec" /><Relationship Type="http://schemas.openxmlformats.org/officeDocument/2006/relationships/slideMaster" Target="/ppt/slideMasters/slideMaster1.xml" Id="R89778b74bb59461f" /><Relationship Type="http://schemas.openxmlformats.org/officeDocument/2006/relationships/notesMaster" Target="/ppt/notesMasters/notesMaster1.xml" Id="Rbb5390a438984b7d" /><Relationship Type="http://schemas.openxmlformats.org/officeDocument/2006/relationships/presProps" Target="/ppt/presProps.xml" Id="R5b25db7df71b4d4a" /><Relationship Type="http://schemas.openxmlformats.org/officeDocument/2006/relationships/tableStyles" Target="/ppt/tableStyles.xml" Id="R1af77d5e8826436e" /><Relationship Type="http://schemas.openxmlformats.org/officeDocument/2006/relationships/slide" Target="/ppt/slides/slide1.xml" Id="R771f909a89d24546" /><Relationship Type="http://schemas.openxmlformats.org/officeDocument/2006/relationships/slide" Target="/ppt/slides/slide2.xml" Id="Ra4d17bbb1c364951" /><Relationship Type="http://schemas.openxmlformats.org/officeDocument/2006/relationships/slide" Target="/ppt/slides/slide3.xml" Id="Re4bf0edf869f4370" /><Relationship Type="http://schemas.openxmlformats.org/officeDocument/2006/relationships/slide" Target="/ppt/slides/slide4.xml" Id="Red36c94693874734" /><Relationship Type="http://schemas.openxmlformats.org/officeDocument/2006/relationships/slide" Target="/ppt/slides/slide5.xml" Id="R34ba5da806054135" /><Relationship Type="http://schemas.openxmlformats.org/officeDocument/2006/relationships/slide" Target="/ppt/slides/slide6.xml" Id="R36365723ce314009" /><Relationship Type="http://schemas.openxmlformats.org/officeDocument/2006/relationships/slide" Target="/ppt/slides/slide7.xml" Id="Rc6378535c8234189" /><Relationship Type="http://schemas.openxmlformats.org/officeDocument/2006/relationships/slide" Target="/ppt/slides/slide8.xml" Id="R830cddd457d646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846fb6175247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e2f069b5e94b0b" /><Relationship Type="http://schemas.openxmlformats.org/officeDocument/2006/relationships/notesMaster" Target="/ppt/notesMasters/notesMaster1.xml" Id="Re0dad9734d6646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82483fe19146d8" /><Relationship Type="http://schemas.openxmlformats.org/officeDocument/2006/relationships/notesMaster" Target="/ppt/notesMasters/notesMaster1.xml" Id="Re7b7a451a73446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b11008d2f14dd0" /><Relationship Type="http://schemas.openxmlformats.org/officeDocument/2006/relationships/notesMaster" Target="/ppt/notesMasters/notesMaster1.xml" Id="R32aba26f53ba4a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43053c14484ade" /><Relationship Type="http://schemas.openxmlformats.org/officeDocument/2006/relationships/notesMaster" Target="/ppt/notesMasters/notesMaster1.xml" Id="R534fce86166d46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9b8a6c88fd46a6" /><Relationship Type="http://schemas.openxmlformats.org/officeDocument/2006/relationships/notesMaster" Target="/ppt/notesMasters/notesMaster1.xml" Id="Raef64f7c719449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96182e40514704" /><Relationship Type="http://schemas.openxmlformats.org/officeDocument/2006/relationships/notesMaster" Target="/ppt/notesMasters/notesMaster1.xml" Id="Ra985084434ff49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9d5ecb788a43e7" /><Relationship Type="http://schemas.openxmlformats.org/officeDocument/2006/relationships/notesMaster" Target="/ppt/notesMasters/notesMaster1.xml" Id="R2ef785a939d945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c745e97ef04d10" /><Relationship Type="http://schemas.openxmlformats.org/officeDocument/2006/relationships/notesMaster" Target="/ppt/notesMasters/notesMaster1.xml" Id="R86dcaa1cb65b4f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Module 8 and ask the retrieval prompt before showing the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SRC-NESA-SYL-2013: Year 11 Preliminary Textiles and Design syllabus.</a:t>
            </a:r>
          </a:p>
          <a:p xmlns:a="http://schemas.openxmlformats.org/drawingml/2006/main">
            <a:r>
              <a:t>- THEORY-QUESTION-MANIFEST-v1: Module 8 named sections.</a:t>
            </a:r>
          </a:p>
          <a:p xmlns:a="http://schemas.openxmlformats.org/drawingml/2006/main">
            <a:r>
              <a:t>- Course-owned image: textiles-design-workspace.png.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ideas as a cumulative learning pathway rather than an agenda.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Theory files m08-s01 to s03.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m08-s01.json.</a:t>
            </a:r>
          </a:p>
          <a:p xmlns:a="http://schemas.openxmlformats.org/drawingml/2006/main">
            <a:r>
              <a:t>- Generated course diagram: m08-s01.png; source-bound visual brief: Create a side-by-side structural diagram comparing aligned and twisted staple fibres in a spun yarn with mono- and multifilament yarns, using callouts to show typical differences in hairiness, smoothness, lustre, strength and uniformity.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m08-s02.json.</a:t>
            </a:r>
          </a:p>
          <a:p xmlns:a="http://schemas.openxmlformats.org/drawingml/2006/main">
            <a:r>
              <a:t>- Generated course diagram: m08-s02.png; source-bound visual brief: Create a structure-property diagram comparing S and Z twist, low-to-high twist levels, single-ply-cabled yarn construction and ring-versus-rotor spinning, with arrows linking each structural choice to typical effects on cohesion, strength, firmness, handle, lustre and uniformity.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m08-s03.json.</a:t>
            </a:r>
          </a:p>
          <a:p xmlns:a="http://schemas.openxmlformats.org/drawingml/2006/main">
            <a:r>
              <a:t>- Generated course diagram: m08-s03.png; source-bound visual brief: Create a comparison diagram showing smooth filament yarn transformed by false-twist and air-jet texturing alongside slub, boucle, chenille and metallic-effect novelty yarns, with links from each structure to typical aesthetic effects and possible performance considerations such as bulk, stretch, warmth, snagging, abrasion, sewing and care.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as formative retrieval prompts. Each is answerable from slides 3–5.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 8 theory and knowledge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finished student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 8 written-response scaffold.</a:t>
            </a:r>
          </a:p>
          <a:p xmlns:a="http://schemas.openxmlformats.org/drawingml/2006/main">
            <a:r>
              <a:t>- Read → Select → Explain → Check course routine.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 students to the Module 8 activity and My folio. No formal submission condition is asserted.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route busy-work/activity-08.html.</a:t>
            </a:r>
          </a:p>
          <a:p xmlns:a="http://schemas.openxmlformats.org/drawingml/2006/main">
            <a:r>
              <a:t>- Course route folio.html.</a:t>
            </a:r>
          </a:p>
          <a:p xmlns:a="http://schemas.openxmlformats.org/drawingml/2006/main">
            <a:r>
              <a:t>- Course-owned image: textiles-design-workspace.png.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f7ca566684a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df48fc5b394b4f" /><Relationship Type="http://schemas.openxmlformats.org/officeDocument/2006/relationships/slideLayout" Target="/ppt/slideLayouts/slideLayout1.xml" Id="R08fec4ee2fe64c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fec4ee2fe64c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d9387fefb450e" /><Relationship Type="http://schemas.openxmlformats.org/officeDocument/2006/relationships/image" Target="/ppt/media/image.png" Id="Rb8783a773029458d" /><Relationship Type="http://schemas.openxmlformats.org/officeDocument/2006/relationships/notesSlide" Target="/ppt/notesSlides/notesSlide1.xml" Id="R03e63c44d99940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d993f1d354e3d" /><Relationship Type="http://schemas.openxmlformats.org/officeDocument/2006/relationships/notesSlide" Target="/ppt/notesSlides/notesSlide2.xml" Id="Rcbae1c4a1a1345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ac2f20d6f48b7" /><Relationship Type="http://schemas.openxmlformats.org/officeDocument/2006/relationships/image" Target="/ppt/media/image2.png" Id="R548951bd94854b4f" /><Relationship Type="http://schemas.openxmlformats.org/officeDocument/2006/relationships/notesSlide" Target="/ppt/notesSlides/notesSlide3.xml" Id="R0dc07aa0a76045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fd0a075eb4b41" /><Relationship Type="http://schemas.openxmlformats.org/officeDocument/2006/relationships/image" Target="/ppt/media/image3.png" Id="Re1a3b053b0a14ec0" /><Relationship Type="http://schemas.openxmlformats.org/officeDocument/2006/relationships/notesSlide" Target="/ppt/notesSlides/notesSlide4.xml" Id="Re4e66127056541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d19a8b23d474a" /><Relationship Type="http://schemas.openxmlformats.org/officeDocument/2006/relationships/image" Target="/ppt/media/image4.png" Id="R5336855b99184d8a" /><Relationship Type="http://schemas.openxmlformats.org/officeDocument/2006/relationships/notesSlide" Target="/ppt/notesSlides/notesSlide5.xml" Id="Rb7cd673054544f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4465169c14df9" /><Relationship Type="http://schemas.openxmlformats.org/officeDocument/2006/relationships/notesSlide" Target="/ppt/notesSlides/notesSlide6.xml" Id="R50bdcd29b77e4d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8f831e2964af9" /><Relationship Type="http://schemas.openxmlformats.org/officeDocument/2006/relationships/notesSlide" Target="/ppt/notesSlides/notesSlide7.xml" Id="Redfba234cded49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c3e15b6e74913" /><Relationship Type="http://schemas.openxmlformats.org/officeDocument/2006/relationships/image" Target="/ppt/media/image5.png" Id="R5f63395420ea46b9" /><Relationship Type="http://schemas.openxmlformats.org/officeDocument/2006/relationships/notesSlide" Target="/ppt/notesSlides/notesSlide8.xml" Id="R04e8762b5a1e44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Yarn structures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Use three connected ideas to explain, apply and justify the learning in Module 8.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YEAR 11 TEXTILES AND DESIGN · MODULE 8 · WEEKS 15–16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83a77302945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48375" y="628650"/>
            <a:ext cx="5429250" cy="529590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do you already know about yarn structures, and what evidence would show it?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Module 8: three connected ideas</a:t>
            </a:r>
          </a:p>
        </p:txBody>
      </p:sp>
      <p:cxnSp>
        <p:nvCxnSpPr>
          <p:cNvPr id="34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Staple-spun and filament yarns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Textile yarns can be formed from either staple fibres or continuous filaments 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Twist and spinning systems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Twist binds fibres together in a yarn by increasing contact and friction between them.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Textured and novelty yarns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Textured yarns are usually made by changing the structure of continuous filament yarns so they develop greater bulk,…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Connect the three ideas, then justify one decision with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Staple-spun and filament yarns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Textile yarns can be formed from either staple fibres or continuous filaments 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6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Staple fibres have a limited length, while continuous filaments extend for much greater lengths.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793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Spun yarns are generally produced by aligning staple fibres and twisting them together so that the fibres form a continuous yarn.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Identify and compare one staple-spun yarn and one filament yarn using visible or structural evidence, then explain how that evidence supports your…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951bd94854b4f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Create a side-by-side structural diagram comparing aligned and twisted staple fibres in a spun yarn with mono- and multifilament yarns, using callouts to show…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Twist and spinning systems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Twist binds fibres together in a yarn by increasing contact and friction between them.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Twist direction is described as S twist or Z twist according to the direction of the yarn's diagonal fibres.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The amount of twist also affects behaviour.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3b053b0a14ec0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Explain how two yarn construction decisions could change the likely performance of a yarn.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Textured and novelty yarns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Textured yarns are usually made by changing the structure of continuous filament yarns so they develop greater bulk, stretch, warmth,…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Texturing changes the way filaments are arranged rather than changing the basic fibre polymer.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False-twist texturing introduces temporary twist and heat-related shape changes to create crimp or elasticity, while air-jet…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Select a textured or novelty yarn for a stated textile context with both an aesthetic requirement and a performance requirement, and justify your…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6855b99184d8a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Create a comparison diagram showing smooth filament yarn transformed by false-twist and air-jet texturing alongside slub, boucle, chenille and metallic-effect…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6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Retrieve the relationships—not isolated definitions</a:t>
            </a:r>
          </a:p>
        </p:txBody>
      </p:sp>
      <p:cxnSp>
        <p:nvCxnSpPr>
          <p:cNvPr id="34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STAPLE-SPUN AND FILAMENT YARNS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Why are filament yarns often more uniform?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TWIST AND SPINNING SYSTEMS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Why can high twist reduce yarn lustre?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TEXTURED AND NOVELTY YARNS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Why can novelty yarns affect sewing performance?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write one precise sentence for each prompt.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uses evidence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Identify the required aesthetic and performance qualities.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 a suitable textured or novelty yarn and describe its structure.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72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 how the structure contributes to the required appearance and…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Justify the choice while acknowledging one possible limitation.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24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Select a textured or novelty yarn for a stated textile context with both an aesthetic requirement and a…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3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For an end use requiring ___ in appearance and ___ in performance, I would select ___. Its structure includes ___,…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carry Module 8 evidence forward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73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relationship from Module 8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Save one supported response in My folio.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Complete the Module 8 applied-practice activity.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3395420ea46b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2026-08-18T17:28:47.0750000Z</dcterms:created>
  <dcterms:modified xsi:type="dcterms:W3CDTF">2026-08-18T17:28:47.0750000Z</dcterms:modified>
</coreProperties>
</file>